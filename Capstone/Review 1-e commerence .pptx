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93" r:id="rId1"/>
  </p:sldMasterIdLst>
  <p:notesMasterIdLst>
    <p:notesMasterId r:id="rId15"/>
  </p:notesMasterIdLst>
  <p:sldIdLst>
    <p:sldId id="256" r:id="rId2"/>
    <p:sldId id="257" r:id="rId3"/>
    <p:sldId id="258" r:id="rId4"/>
    <p:sldId id="275" r:id="rId5"/>
    <p:sldId id="285" r:id="rId6"/>
    <p:sldId id="296" r:id="rId7"/>
    <p:sldId id="289" r:id="rId8"/>
    <p:sldId id="297" r:id="rId9"/>
    <p:sldId id="261" r:id="rId10"/>
    <p:sldId id="292" r:id="rId11"/>
    <p:sldId id="295" r:id="rId12"/>
    <p:sldId id="267" r:id="rId13"/>
    <p:sldId id="268" r:id="rId14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A3B94-36C8-496E-8198-90DB0F17350D}" v="57" dt="2026-08-06T15:36:50.2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327" autoAdjust="0"/>
  </p:normalViewPr>
  <p:slideViewPr>
    <p:cSldViewPr>
      <p:cViewPr varScale="1">
        <p:scale>
          <a:sx n="50" d="100"/>
          <a:sy n="50" d="100"/>
        </p:scale>
        <p:origin x="974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RULOGASUNDAR YUVARAJ" userId="c9169e5fb9689e75" providerId="LiveId" clId="{3EB71A49-70A4-4209-B9F4-0563E94399B1}"/>
    <pc:docChg chg="undo custSel modSld">
      <pc:chgData name="THIRULOGASUNDAR YUVARAJ" userId="c9169e5fb9689e75" providerId="LiveId" clId="{3EB71A49-70A4-4209-B9F4-0563E94399B1}" dt="2026-08-06T15:36:50.250" v="309"/>
      <pc:docMkLst>
        <pc:docMk/>
      </pc:docMkLst>
      <pc:sldChg chg="addSp modSp mod">
        <pc:chgData name="THIRULOGASUNDAR YUVARAJ" userId="c9169e5fb9689e75" providerId="LiveId" clId="{3EB71A49-70A4-4209-B9F4-0563E94399B1}" dt="2026-08-06T15:36:50.250" v="309"/>
        <pc:sldMkLst>
          <pc:docMk/>
          <pc:sldMk cId="0" sldId="256"/>
        </pc:sldMkLst>
        <pc:spChg chg="mod">
          <ac:chgData name="THIRULOGASUNDAR YUVARAJ" userId="c9169e5fb9689e75" providerId="LiveId" clId="{3EB71A49-70A4-4209-B9F4-0563E94399B1}" dt="2026-08-06T15:35:48.286" v="3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THIRULOGASUNDAR YUVARAJ" userId="c9169e5fb9689e75" providerId="LiveId" clId="{3EB71A49-70A4-4209-B9F4-0563E94399B1}" dt="2026-08-06T15:35:09.031" v="28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HIRULOGASUNDAR YUVARAJ" userId="c9169e5fb9689e75" providerId="LiveId" clId="{3EB71A49-70A4-4209-B9F4-0563E94399B1}" dt="2026-08-06T15:35:24.815" v="30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THIRULOGASUNDAR YUVARAJ" userId="c9169e5fb9689e75" providerId="LiveId" clId="{3EB71A49-70A4-4209-B9F4-0563E94399B1}" dt="2026-08-06T15:36:50.250" v="309"/>
          <ac:spMkLst>
            <pc:docMk/>
            <pc:sldMk cId="0" sldId="256"/>
            <ac:spMk id="8" creationId="{00000000-0000-0000-0000-000000000000}"/>
          </ac:spMkLst>
        </pc:spChg>
        <pc:graphicFrameChg chg="add mod">
          <ac:chgData name="THIRULOGASUNDAR YUVARAJ" userId="c9169e5fb9689e75" providerId="LiveId" clId="{3EB71A49-70A4-4209-B9F4-0563E94399B1}" dt="2026-08-06T15:33:25.353" v="243"/>
          <ac:graphicFrameMkLst>
            <pc:docMk/>
            <pc:sldMk cId="0" sldId="256"/>
            <ac:graphicFrameMk id="5" creationId="{EC5E03EC-17F8-6D9D-A8D8-B26E396A442E}"/>
          </ac:graphicFrameMkLst>
        </pc:graphicFrameChg>
      </pc:sldChg>
      <pc:sldChg chg="modSp mod">
        <pc:chgData name="THIRULOGASUNDAR YUVARAJ" userId="c9169e5fb9689e75" providerId="LiveId" clId="{3EB71A49-70A4-4209-B9F4-0563E94399B1}" dt="2026-08-06T15:19:05.422" v="64" actId="1037"/>
        <pc:sldMkLst>
          <pc:docMk/>
          <pc:sldMk cId="0" sldId="257"/>
        </pc:sldMkLst>
        <pc:spChg chg="mod">
          <ac:chgData name="THIRULOGASUNDAR YUVARAJ" userId="c9169e5fb9689e75" providerId="LiveId" clId="{3EB71A49-70A4-4209-B9F4-0563E94399B1}" dt="2026-08-06T15:18:45.158" v="44" actId="1037"/>
          <ac:spMkLst>
            <pc:docMk/>
            <pc:sldMk cId="0" sldId="257"/>
            <ac:spMk id="2" creationId="{B40A31B2-F752-36E5-D94F-495C60C8ECDB}"/>
          </ac:spMkLst>
        </pc:spChg>
        <pc:spChg chg="mod">
          <ac:chgData name="THIRULOGASUNDAR YUVARAJ" userId="c9169e5fb9689e75" providerId="LiveId" clId="{3EB71A49-70A4-4209-B9F4-0563E94399B1}" dt="2026-08-06T15:19:05.422" v="64" actId="103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THIRULOGASUNDAR YUVARAJ" userId="c9169e5fb9689e75" providerId="LiveId" clId="{3EB71A49-70A4-4209-B9F4-0563E94399B1}" dt="2026-08-06T15:20:36.616" v="78" actId="12"/>
        <pc:sldMkLst>
          <pc:docMk/>
          <pc:sldMk cId="0" sldId="258"/>
        </pc:sldMkLst>
        <pc:spChg chg="mod">
          <ac:chgData name="THIRULOGASUNDAR YUVARAJ" userId="c9169e5fb9689e75" providerId="LiveId" clId="{3EB71A49-70A4-4209-B9F4-0563E94399B1}" dt="2026-08-06T15:19:16.964" v="69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THIRULOGASUNDAR YUVARAJ" userId="c9169e5fb9689e75" providerId="LiveId" clId="{3EB71A49-70A4-4209-B9F4-0563E94399B1}" dt="2026-08-06T15:20:36.616" v="78" actId="12"/>
          <ac:spMkLst>
            <pc:docMk/>
            <pc:sldMk cId="0" sldId="258"/>
            <ac:spMk id="9" creationId="{B1D3E52F-2FF7-257D-4321-04979B788E09}"/>
          </ac:spMkLst>
        </pc:spChg>
      </pc:sldChg>
      <pc:sldChg chg="modSp mod">
        <pc:chgData name="THIRULOGASUNDAR YUVARAJ" userId="c9169e5fb9689e75" providerId="LiveId" clId="{3EB71A49-70A4-4209-B9F4-0563E94399B1}" dt="2026-08-06T15:24:48.153" v="137" actId="403"/>
        <pc:sldMkLst>
          <pc:docMk/>
          <pc:sldMk cId="0" sldId="261"/>
        </pc:sldMkLst>
        <pc:spChg chg="mod">
          <ac:chgData name="THIRULOGASUNDAR YUVARAJ" userId="c9169e5fb9689e75" providerId="LiveId" clId="{3EB71A49-70A4-4209-B9F4-0563E94399B1}" dt="2026-08-06T15:24:12.739" v="12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THIRULOGASUNDAR YUVARAJ" userId="c9169e5fb9689e75" providerId="LiveId" clId="{3EB71A49-70A4-4209-B9F4-0563E94399B1}" dt="2026-08-06T15:24:48.153" v="137" actId="403"/>
          <ac:spMkLst>
            <pc:docMk/>
            <pc:sldMk cId="0" sldId="261"/>
            <ac:spMk id="9" creationId="{7C0EA5F0-F7DE-5FF8-B6FA-3BD37ACA3737}"/>
          </ac:spMkLst>
        </pc:spChg>
      </pc:sldChg>
      <pc:sldChg chg="modSp mod">
        <pc:chgData name="THIRULOGASUNDAR YUVARAJ" userId="c9169e5fb9689e75" providerId="LiveId" clId="{3EB71A49-70A4-4209-B9F4-0563E94399B1}" dt="2026-08-06T15:27:03.705" v="194" actId="1036"/>
        <pc:sldMkLst>
          <pc:docMk/>
          <pc:sldMk cId="3549659864" sldId="267"/>
        </pc:sldMkLst>
        <pc:spChg chg="mod">
          <ac:chgData name="THIRULOGASUNDAR YUVARAJ" userId="c9169e5fb9689e75" providerId="LiveId" clId="{3EB71A49-70A4-4209-B9F4-0563E94399B1}" dt="2026-08-06T15:27:03.705" v="194" actId="1036"/>
          <ac:spMkLst>
            <pc:docMk/>
            <pc:sldMk cId="3549659864" sldId="267"/>
            <ac:spMk id="8" creationId="{EABAC754-DA11-927C-0FF1-10A79741FBD8}"/>
          </ac:spMkLst>
        </pc:spChg>
      </pc:sldChg>
      <pc:sldChg chg="modSp mod">
        <pc:chgData name="THIRULOGASUNDAR YUVARAJ" userId="c9169e5fb9689e75" providerId="LiveId" clId="{3EB71A49-70A4-4209-B9F4-0563E94399B1}" dt="2026-08-06T15:21:15.973" v="91" actId="1035"/>
        <pc:sldMkLst>
          <pc:docMk/>
          <pc:sldMk cId="18996372" sldId="275"/>
        </pc:sldMkLst>
        <pc:spChg chg="mod">
          <ac:chgData name="THIRULOGASUNDAR YUVARAJ" userId="c9169e5fb9689e75" providerId="LiveId" clId="{3EB71A49-70A4-4209-B9F4-0563E94399B1}" dt="2026-08-06T15:21:15.973" v="91" actId="1035"/>
          <ac:spMkLst>
            <pc:docMk/>
            <pc:sldMk cId="18996372" sldId="275"/>
            <ac:spMk id="5" creationId="{DED392A3-164E-52C8-2039-C242BEB8F4FD}"/>
          </ac:spMkLst>
        </pc:spChg>
      </pc:sldChg>
      <pc:sldChg chg="addSp delSp modSp mod">
        <pc:chgData name="THIRULOGASUNDAR YUVARAJ" userId="c9169e5fb9689e75" providerId="LiveId" clId="{3EB71A49-70A4-4209-B9F4-0563E94399B1}" dt="2026-08-06T15:21:55.030" v="98" actId="14100"/>
        <pc:sldMkLst>
          <pc:docMk/>
          <pc:sldMk cId="1270595583" sldId="285"/>
        </pc:sldMkLst>
        <pc:graphicFrameChg chg="add mod modGraphic">
          <ac:chgData name="THIRULOGASUNDAR YUVARAJ" userId="c9169e5fb9689e75" providerId="LiveId" clId="{3EB71A49-70A4-4209-B9F4-0563E94399B1}" dt="2026-08-06T15:21:55.030" v="98" actId="14100"/>
          <ac:graphicFrameMkLst>
            <pc:docMk/>
            <pc:sldMk cId="1270595583" sldId="285"/>
            <ac:graphicFrameMk id="3" creationId="{71132C16-FE37-B35C-852B-2D5024350C32}"/>
          </ac:graphicFrameMkLst>
        </pc:graphicFrameChg>
        <pc:graphicFrameChg chg="del">
          <ac:chgData name="THIRULOGASUNDAR YUVARAJ" userId="c9169e5fb9689e75" providerId="LiveId" clId="{3EB71A49-70A4-4209-B9F4-0563E94399B1}" dt="2026-08-06T15:21:26.478" v="92" actId="478"/>
          <ac:graphicFrameMkLst>
            <pc:docMk/>
            <pc:sldMk cId="1270595583" sldId="285"/>
            <ac:graphicFrameMk id="4" creationId="{055C8956-D659-0A1F-F957-EBBFD1CCFAA3}"/>
          </ac:graphicFrameMkLst>
        </pc:graphicFrameChg>
      </pc:sldChg>
      <pc:sldChg chg="addSp delSp modSp mod">
        <pc:chgData name="THIRULOGASUNDAR YUVARAJ" userId="c9169e5fb9689e75" providerId="LiveId" clId="{3EB71A49-70A4-4209-B9F4-0563E94399B1}" dt="2026-08-06T15:22:37.563" v="107" actId="14100"/>
        <pc:sldMkLst>
          <pc:docMk/>
          <pc:sldMk cId="2936903574" sldId="289"/>
        </pc:sldMkLst>
        <pc:graphicFrameChg chg="add mod modGraphic">
          <ac:chgData name="THIRULOGASUNDAR YUVARAJ" userId="c9169e5fb9689e75" providerId="LiveId" clId="{3EB71A49-70A4-4209-B9F4-0563E94399B1}" dt="2026-08-06T15:22:37.563" v="107" actId="14100"/>
          <ac:graphicFrameMkLst>
            <pc:docMk/>
            <pc:sldMk cId="2936903574" sldId="289"/>
            <ac:graphicFrameMk id="3" creationId="{DF65B2E3-9480-D966-E108-C6E6BA4E581F}"/>
          </ac:graphicFrameMkLst>
        </pc:graphicFrameChg>
        <pc:graphicFrameChg chg="del">
          <ac:chgData name="THIRULOGASUNDAR YUVARAJ" userId="c9169e5fb9689e75" providerId="LiveId" clId="{3EB71A49-70A4-4209-B9F4-0563E94399B1}" dt="2026-08-06T15:22:19.641" v="99" actId="478"/>
          <ac:graphicFrameMkLst>
            <pc:docMk/>
            <pc:sldMk cId="2936903574" sldId="289"/>
            <ac:graphicFrameMk id="6" creationId="{4A2287CF-8A19-2823-18F0-0EEDD44D1D1E}"/>
          </ac:graphicFrameMkLst>
        </pc:graphicFrameChg>
      </pc:sldChg>
      <pc:sldChg chg="addSp delSp modSp mod">
        <pc:chgData name="THIRULOGASUNDAR YUVARAJ" userId="c9169e5fb9689e75" providerId="LiveId" clId="{3EB71A49-70A4-4209-B9F4-0563E94399B1}" dt="2026-08-06T15:25:31.542" v="149" actId="2710"/>
        <pc:sldMkLst>
          <pc:docMk/>
          <pc:sldMk cId="1283296453" sldId="292"/>
        </pc:sldMkLst>
        <pc:spChg chg="mod">
          <ac:chgData name="THIRULOGASUNDAR YUVARAJ" userId="c9169e5fb9689e75" providerId="LiveId" clId="{3EB71A49-70A4-4209-B9F4-0563E94399B1}" dt="2026-08-06T15:25:02.500" v="139"/>
          <ac:spMkLst>
            <pc:docMk/>
            <pc:sldMk cId="1283296453" sldId="292"/>
            <ac:spMk id="2" creationId="{E12323EA-FEA3-FC1F-4722-C785C73ECDAB}"/>
          </ac:spMkLst>
        </pc:spChg>
        <pc:spChg chg="add mod">
          <ac:chgData name="THIRULOGASUNDAR YUVARAJ" userId="c9169e5fb9689e75" providerId="LiveId" clId="{3EB71A49-70A4-4209-B9F4-0563E94399B1}" dt="2026-08-06T15:25:31.542" v="149" actId="2710"/>
          <ac:spMkLst>
            <pc:docMk/>
            <pc:sldMk cId="1283296453" sldId="292"/>
            <ac:spMk id="5" creationId="{DCC75CFB-536E-93C0-ABA4-6AF17ECFBEE0}"/>
          </ac:spMkLst>
        </pc:spChg>
        <pc:graphicFrameChg chg="del">
          <ac:chgData name="THIRULOGASUNDAR YUVARAJ" userId="c9169e5fb9689e75" providerId="LiveId" clId="{3EB71A49-70A4-4209-B9F4-0563E94399B1}" dt="2026-08-06T15:25:09.441" v="140" actId="478"/>
          <ac:graphicFrameMkLst>
            <pc:docMk/>
            <pc:sldMk cId="1283296453" sldId="292"/>
            <ac:graphicFrameMk id="8" creationId="{09B5215E-38CF-790D-ED62-B2AE1F8AF99F}"/>
          </ac:graphicFrameMkLst>
        </pc:graphicFrameChg>
      </pc:sldChg>
      <pc:sldChg chg="modSp mod">
        <pc:chgData name="THIRULOGASUNDAR YUVARAJ" userId="c9169e5fb9689e75" providerId="LiveId" clId="{3EB71A49-70A4-4209-B9F4-0563E94399B1}" dt="2026-08-06T15:26:31.327" v="181" actId="20577"/>
        <pc:sldMkLst>
          <pc:docMk/>
          <pc:sldMk cId="3374447630" sldId="295"/>
        </pc:sldMkLst>
        <pc:spChg chg="mod">
          <ac:chgData name="THIRULOGASUNDAR YUVARAJ" userId="c9169e5fb9689e75" providerId="LiveId" clId="{3EB71A49-70A4-4209-B9F4-0563E94399B1}" dt="2026-08-06T15:26:31.327" v="181" actId="20577"/>
          <ac:spMkLst>
            <pc:docMk/>
            <pc:sldMk cId="3374447630" sldId="295"/>
            <ac:spMk id="8" creationId="{8CFBA6C5-5D13-FDD3-9050-8C544532CEFD}"/>
          </ac:spMkLst>
        </pc:spChg>
      </pc:sldChg>
      <pc:sldChg chg="addSp delSp modSp mod">
        <pc:chgData name="THIRULOGASUNDAR YUVARAJ" userId="c9169e5fb9689e75" providerId="LiveId" clId="{3EB71A49-70A4-4209-B9F4-0563E94399B1}" dt="2026-08-06T15:31:17.361" v="218" actId="1076"/>
        <pc:sldMkLst>
          <pc:docMk/>
          <pc:sldMk cId="2723547324" sldId="296"/>
        </pc:sldMkLst>
        <pc:spChg chg="mod">
          <ac:chgData name="THIRULOGASUNDAR YUVARAJ" userId="c9169e5fb9689e75" providerId="LiveId" clId="{3EB71A49-70A4-4209-B9F4-0563E94399B1}" dt="2026-08-06T15:31:06.241" v="216" actId="122"/>
          <ac:spMkLst>
            <pc:docMk/>
            <pc:sldMk cId="2723547324" sldId="296"/>
            <ac:spMk id="2" creationId="{1F91B5DD-E91A-938A-DBA4-0A615D89645D}"/>
          </ac:spMkLst>
        </pc:spChg>
        <pc:spChg chg="del">
          <ac:chgData name="THIRULOGASUNDAR YUVARAJ" userId="c9169e5fb9689e75" providerId="LiveId" clId="{3EB71A49-70A4-4209-B9F4-0563E94399B1}" dt="2026-08-06T15:31:09.205" v="217" actId="478"/>
          <ac:spMkLst>
            <pc:docMk/>
            <pc:sldMk cId="2723547324" sldId="296"/>
            <ac:spMk id="13" creationId="{99C85C98-4DDC-C6CA-1025-CFF035508830}"/>
          </ac:spMkLst>
        </pc:spChg>
        <pc:picChg chg="add mod">
          <ac:chgData name="THIRULOGASUNDAR YUVARAJ" userId="c9169e5fb9689e75" providerId="LiveId" clId="{3EB71A49-70A4-4209-B9F4-0563E94399B1}" dt="2026-08-06T15:31:17.361" v="218" actId="1076"/>
          <ac:picMkLst>
            <pc:docMk/>
            <pc:sldMk cId="2723547324" sldId="296"/>
            <ac:picMk id="4" creationId="{B60FB077-0876-CA45-16D5-C374DC689D0D}"/>
          </ac:picMkLst>
        </pc:picChg>
        <pc:picChg chg="del">
          <ac:chgData name="THIRULOGASUNDAR YUVARAJ" userId="c9169e5fb9689e75" providerId="LiveId" clId="{3EB71A49-70A4-4209-B9F4-0563E94399B1}" dt="2026-08-06T15:29:33.343" v="195" actId="478"/>
          <ac:picMkLst>
            <pc:docMk/>
            <pc:sldMk cId="2723547324" sldId="296"/>
            <ac:picMk id="8" creationId="{D8A0213D-BA52-8042-0FE6-9D8880FB841F}"/>
          </ac:picMkLst>
        </pc:picChg>
      </pc:sldChg>
      <pc:sldChg chg="addSp delSp modSp mod">
        <pc:chgData name="THIRULOGASUNDAR YUVARAJ" userId="c9169e5fb9689e75" providerId="LiveId" clId="{3EB71A49-70A4-4209-B9F4-0563E94399B1}" dt="2026-08-06T15:23:50.193" v="121" actId="2711"/>
        <pc:sldMkLst>
          <pc:docMk/>
          <pc:sldMk cId="1533012878" sldId="297"/>
        </pc:sldMkLst>
        <pc:spChg chg="mod">
          <ac:chgData name="THIRULOGASUNDAR YUVARAJ" userId="c9169e5fb9689e75" providerId="LiveId" clId="{3EB71A49-70A4-4209-B9F4-0563E94399B1}" dt="2026-08-06T15:23:39.166" v="118" actId="122"/>
          <ac:spMkLst>
            <pc:docMk/>
            <pc:sldMk cId="1533012878" sldId="297"/>
            <ac:spMk id="2" creationId="{2E08A2F1-5F0F-0F5D-60A7-6810C247297E}"/>
          </ac:spMkLst>
        </pc:spChg>
        <pc:spChg chg="add del mod">
          <ac:chgData name="THIRULOGASUNDAR YUVARAJ" userId="c9169e5fb9689e75" providerId="LiveId" clId="{3EB71A49-70A4-4209-B9F4-0563E94399B1}" dt="2026-08-06T15:23:01.465" v="110" actId="478"/>
          <ac:spMkLst>
            <pc:docMk/>
            <pc:sldMk cId="1533012878" sldId="297"/>
            <ac:spMk id="3" creationId="{9A10AE7E-26EA-9649-BBB1-2AC51C053550}"/>
          </ac:spMkLst>
        </pc:spChg>
        <pc:spChg chg="del">
          <ac:chgData name="THIRULOGASUNDAR YUVARAJ" userId="c9169e5fb9689e75" providerId="LiveId" clId="{3EB71A49-70A4-4209-B9F4-0563E94399B1}" dt="2026-08-06T15:23:05.649" v="111" actId="478"/>
          <ac:spMkLst>
            <pc:docMk/>
            <pc:sldMk cId="1533012878" sldId="297"/>
            <ac:spMk id="9" creationId="{C619E224-3932-B9ED-C0DD-36F4148B08F3}"/>
          </ac:spMkLst>
        </pc:spChg>
        <pc:spChg chg="del">
          <ac:chgData name="THIRULOGASUNDAR YUVARAJ" userId="c9169e5fb9689e75" providerId="LiveId" clId="{3EB71A49-70A4-4209-B9F4-0563E94399B1}" dt="2026-08-06T15:23:14.922" v="112" actId="478"/>
          <ac:spMkLst>
            <pc:docMk/>
            <pc:sldMk cId="1533012878" sldId="297"/>
            <ac:spMk id="10" creationId="{C6617B19-10A9-7177-9C7F-A50FF60BE3EE}"/>
          </ac:spMkLst>
        </pc:spChg>
        <pc:spChg chg="del">
          <ac:chgData name="THIRULOGASUNDAR YUVARAJ" userId="c9169e5fb9689e75" providerId="LiveId" clId="{3EB71A49-70A4-4209-B9F4-0563E94399B1}" dt="2026-08-06T15:23:05.649" v="111" actId="478"/>
          <ac:spMkLst>
            <pc:docMk/>
            <pc:sldMk cId="1533012878" sldId="297"/>
            <ac:spMk id="11" creationId="{25AA909B-5931-7BEF-E82D-187E9FED5672}"/>
          </ac:spMkLst>
        </pc:spChg>
        <pc:spChg chg="add del mod">
          <ac:chgData name="THIRULOGASUNDAR YUVARAJ" userId="c9169e5fb9689e75" providerId="LiveId" clId="{3EB71A49-70A4-4209-B9F4-0563E94399B1}" dt="2026-08-06T15:23:05.649" v="111" actId="478"/>
          <ac:spMkLst>
            <pc:docMk/>
            <pc:sldMk cId="1533012878" sldId="297"/>
            <ac:spMk id="12" creationId="{F2E6C1CF-2DC5-47ED-2FCD-0FF648ED832F}"/>
          </ac:spMkLst>
        </pc:spChg>
        <pc:spChg chg="del">
          <ac:chgData name="THIRULOGASUNDAR YUVARAJ" userId="c9169e5fb9689e75" providerId="LiveId" clId="{3EB71A49-70A4-4209-B9F4-0563E94399B1}" dt="2026-08-06T15:23:05.649" v="111" actId="478"/>
          <ac:spMkLst>
            <pc:docMk/>
            <pc:sldMk cId="1533012878" sldId="297"/>
            <ac:spMk id="13" creationId="{290C1FFF-DDF0-4555-B847-2652FDE1674F}"/>
          </ac:spMkLst>
        </pc:spChg>
        <pc:graphicFrameChg chg="del modGraphic">
          <ac:chgData name="THIRULOGASUNDAR YUVARAJ" userId="c9169e5fb9689e75" providerId="LiveId" clId="{3EB71A49-70A4-4209-B9F4-0563E94399B1}" dt="2026-08-06T15:23:05.649" v="111" actId="478"/>
          <ac:graphicFrameMkLst>
            <pc:docMk/>
            <pc:sldMk cId="1533012878" sldId="297"/>
            <ac:graphicFrameMk id="4" creationId="{176D94CD-651E-5DDE-8066-BE9094761B1D}"/>
          </ac:graphicFrameMkLst>
        </pc:graphicFrameChg>
        <pc:graphicFrameChg chg="del">
          <ac:chgData name="THIRULOGASUNDAR YUVARAJ" userId="c9169e5fb9689e75" providerId="LiveId" clId="{3EB71A49-70A4-4209-B9F4-0563E94399B1}" dt="2026-08-06T15:23:14.922" v="112" actId="478"/>
          <ac:graphicFrameMkLst>
            <pc:docMk/>
            <pc:sldMk cId="1533012878" sldId="297"/>
            <ac:graphicFrameMk id="6" creationId="{A505A28D-E03A-6431-4EEE-AE46F3F828AB}"/>
          </ac:graphicFrameMkLst>
        </pc:graphicFrameChg>
        <pc:graphicFrameChg chg="add del mod">
          <ac:chgData name="THIRULOGASUNDAR YUVARAJ" userId="c9169e5fb9689e75" providerId="LiveId" clId="{3EB71A49-70A4-4209-B9F4-0563E94399B1}" dt="2026-08-06T15:23:05.649" v="111" actId="478"/>
          <ac:graphicFrameMkLst>
            <pc:docMk/>
            <pc:sldMk cId="1533012878" sldId="297"/>
            <ac:graphicFrameMk id="7" creationId="{A0725BDB-3B4B-CA0D-C6FB-062C023D4BDD}"/>
          </ac:graphicFrameMkLst>
        </pc:graphicFrameChg>
        <pc:graphicFrameChg chg="del">
          <ac:chgData name="THIRULOGASUNDAR YUVARAJ" userId="c9169e5fb9689e75" providerId="LiveId" clId="{3EB71A49-70A4-4209-B9F4-0563E94399B1}" dt="2026-08-06T15:23:14.922" v="112" actId="478"/>
          <ac:graphicFrameMkLst>
            <pc:docMk/>
            <pc:sldMk cId="1533012878" sldId="297"/>
            <ac:graphicFrameMk id="8" creationId="{FF898225-B0C1-FC17-9111-F4FCB5AA93A9}"/>
          </ac:graphicFrameMkLst>
        </pc:graphicFrameChg>
        <pc:graphicFrameChg chg="add mod modGraphic">
          <ac:chgData name="THIRULOGASUNDAR YUVARAJ" userId="c9169e5fb9689e75" providerId="LiveId" clId="{3EB71A49-70A4-4209-B9F4-0563E94399B1}" dt="2026-08-06T15:23:50.193" v="121" actId="2711"/>
          <ac:graphicFrameMkLst>
            <pc:docMk/>
            <pc:sldMk cId="1533012878" sldId="297"/>
            <ac:graphicFrameMk id="14" creationId="{34569DA0-2464-AF0A-CC23-E5A8825536A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021D7-E18C-4536-9CAB-40123AA07024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04039-D684-4D19-8CA6-D654037B79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666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04039-D684-4D19-8CA6-D654037B79C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86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D04039-D684-4D19-8CA6-D654037B79C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88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0C1E-61A0-E981-5F25-F30F61C07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4D54A-8B07-166E-78C3-E464F2E46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96D1C-AB87-F1BC-D1F5-F3FC8B096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B935-0095-B857-F424-0C255F8F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21FF6-F169-09FB-A3D3-8A7A7A8D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280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873C-85FA-A19F-C743-6CAD83330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4826-09AB-C9DA-8679-1A67E9EA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5A9B3-36B4-E9AB-3F84-6738838CC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C9D2F-9014-E780-C54C-5C76D32E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42D41-A21A-4573-837C-BED7141ED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350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EF17-55C2-FAD5-D239-8CF3A5D3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F1EC4-E794-7694-AE77-62BD8180B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DBEB8-6BD4-84E8-7C68-8160D9483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69A2-5157-9D76-851F-D3AB1EF3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B0434-CA00-2DD5-8296-2F7DD844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79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0045-C08E-24D4-C421-D465FCF9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A7EF3-6DBE-BC9C-9309-15E05CF5C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3DE6B-18C1-1788-0D4B-4EEBE918E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FF55C-1627-6FE1-40D4-BF52239D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ACC4-FB57-2BCB-F2AA-C9CA62174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50177-D85F-08FA-AA20-0C022634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16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C79F-2B41-9ECD-45CD-B69826A12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38BA8-09D0-60F3-D276-7E23C3D56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38BB4-950E-0282-B3D5-1EB7CF936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E5B43-8A6D-8EAE-02A3-1A295D4B7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EC307-7316-EB42-B7B2-2FE00FD93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64214-1C9D-BE6D-4BD8-918A8F1B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6E41B-B8F1-5C6F-3314-7E60BC56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B0739-6E4F-3999-6409-55D88F5C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81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9677-6B9E-8F33-3434-0DBBC027B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0671F-EFD1-71BE-21FD-F09E62E9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A83E-3200-C819-54BD-602D789B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B8758-FBD8-DFD4-139D-71784ABC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26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9B1AC8-AE6E-74F9-7610-82FB0D40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A8E10-B44A-A2BE-277E-44E91125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36DAD-A086-B185-6F4A-F3362A72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62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AE73-F158-4FC1-E339-4627CD877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047A9-DA67-091D-0B3E-F36D3521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09410-BE90-D012-F095-4BCD2FA7F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1ACB4-4FC1-8756-BB95-836CCB08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C84A6-D76E-254D-D61C-E25FD8E13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9F9E5-A7A3-0142-777B-E7BFCF89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89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1A8F-35E4-501F-B322-8DF9A136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F346B-05AD-60C1-ED97-F9E535E91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0B851-D297-BB98-6FD6-2B84790F8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E4479-A71A-09C0-CB3C-5215A832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9D3E8-62ED-9670-989B-1C737DC4B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2CC5C-0263-025E-442F-3F75B2D2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10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CF16-2E80-5BCF-77F2-3DF192DEB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927DA-E229-A886-3646-29A40AE0E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7557A-7CA9-BDDE-3D77-86CF4D95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C39A7-4A65-31C8-1BCF-3EBB5E5F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D8ECA-D8DE-6090-4EB4-483070C5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6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9532F7-1368-9572-1D50-958870AA9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A0E58-BD76-338F-7757-252FB219E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CECF8-AEFC-D3E4-CEF8-88073084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DF1EF-0B52-42F7-A357-91591427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26AD9-49E2-B1E7-3799-A45520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56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244E3-773E-3554-C1B6-C6DA9051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977E9-A5F7-DAC2-29E7-93BC072CC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0CC52-FC5D-EBDA-8B0F-DE45EF31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9C0E1-BF5F-6CB0-3D45-DBBF1B9D6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D2FA4-3CF8-AC2B-9A7F-05D63650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302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609600" y="7454696"/>
            <a:ext cx="5715000" cy="1240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16735" algn="ctr">
              <a:lnSpc>
                <a:spcPct val="15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Supervisor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816735" algn="ctr">
              <a:lnSpc>
                <a:spcPct val="150000"/>
              </a:lnSpc>
              <a:spcBef>
                <a:spcPts val="100"/>
              </a:spcBef>
            </a:pPr>
            <a:r>
              <a:rPr lang="en-IN" sz="2800" b="1" spc="-40" dirty="0">
                <a:latin typeface="Times New Roman"/>
                <a:cs typeface="Times New Roman"/>
              </a:rPr>
              <a:t>Dr. KUMARESAN G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097000" y="7454696"/>
            <a:ext cx="3307715" cy="10241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7645" marR="5080" indent="-195580" algn="l">
              <a:spcBef>
                <a:spcPts val="90"/>
              </a:spcBef>
            </a:pPr>
            <a:r>
              <a:rPr sz="2800" b="1" spc="7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endParaRPr lang="en-US" sz="2800" b="1" spc="75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207645" marR="5080" indent="-195580" algn="l">
              <a:lnSpc>
                <a:spcPct val="150000"/>
              </a:lnSpc>
              <a:spcBef>
                <a:spcPts val="90"/>
              </a:spcBef>
            </a:pPr>
            <a:endParaRPr lang="en-US" sz="2800" b="1" spc="750" dirty="0">
              <a:solidFill>
                <a:srgbClr val="001F5F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800" y="3265900"/>
            <a:ext cx="17510210" cy="13593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40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A Comprehensive Analysis of E-Commerce Product Sales Using R Programming</a:t>
            </a:r>
            <a:endParaRPr lang="en-US" sz="4000" dirty="0">
              <a:solidFill>
                <a:srgbClr val="00B0F0"/>
              </a:solidFill>
              <a:latin typeface="Arial Rounded MT Bold" panose="020F07040305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05261" y="2665526"/>
            <a:ext cx="401408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 </a:t>
            </a:r>
            <a:endParaRPr sz="3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42837" y="5969810"/>
            <a:ext cx="1433893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ITA0404  – STATISTICS WITH R PROGRAMMING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319" y="483578"/>
            <a:ext cx="13964538" cy="19241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677400" y="7048500"/>
            <a:ext cx="8382000" cy="310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16735" algn="just">
              <a:lnSpc>
                <a:spcPct val="200000"/>
              </a:lnSpc>
              <a:spcBef>
                <a:spcPts val="100"/>
              </a:spcBef>
            </a:pPr>
            <a:r>
              <a:rPr lang="en-US"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             Presented By</a:t>
            </a:r>
            <a:endParaRPr lang="en-US" sz="2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 algn="ctr">
              <a:lnSpc>
                <a:spcPct val="150000"/>
              </a:lnSpc>
              <a:spcBef>
                <a:spcPts val="15"/>
              </a:spcBef>
            </a:pPr>
            <a:r>
              <a:rPr lang="en-US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THIRULOGASUNDAR Y – (192321073)</a:t>
            </a:r>
          </a:p>
          <a:p>
            <a:pPr marL="12700" algn="ctr">
              <a:lnSpc>
                <a:spcPct val="150000"/>
              </a:lnSpc>
              <a:spcBef>
                <a:spcPts val="15"/>
              </a:spcBef>
            </a:pPr>
            <a:r>
              <a:rPr lang="en-US" sz="2400" b="1" spc="-40" dirty="0">
                <a:latin typeface="Times New Roman"/>
                <a:cs typeface="Times New Roman"/>
              </a:rPr>
              <a:t>YARRAPUREDDY LAKSHMI REDDY -- (192321077)</a:t>
            </a:r>
          </a:p>
          <a:p>
            <a:pPr marL="12700" algn="ctr">
              <a:lnSpc>
                <a:spcPct val="150000"/>
              </a:lnSpc>
              <a:spcBef>
                <a:spcPts val="15"/>
              </a:spcBef>
            </a:pPr>
            <a:r>
              <a:rPr lang="en-US" sz="2400" b="1" spc="-40" dirty="0">
                <a:latin typeface="Times New Roman"/>
                <a:cs typeface="Times New Roman"/>
              </a:rPr>
              <a:t>RUPESH REDDY KARNATI – (192324097)</a:t>
            </a:r>
          </a:p>
          <a:p>
            <a:pPr marL="12700" algn="ctr">
              <a:lnSpc>
                <a:spcPct val="150000"/>
              </a:lnSpc>
              <a:spcBef>
                <a:spcPts val="15"/>
              </a:spcBef>
            </a:pPr>
            <a:r>
              <a:rPr lang="en-US" sz="2400" b="1" spc="-40" dirty="0">
                <a:latin typeface="Times New Roman"/>
                <a:cs typeface="Times New Roman"/>
              </a:rPr>
              <a:t>R RAJIV SASANK – (192321042)</a:t>
            </a:r>
            <a:endParaRPr lang="en-US" sz="2400" b="1" spc="-4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10000" y="1790700"/>
            <a:ext cx="8534400" cy="1466349"/>
          </a:xfrm>
          <a:prstGeom prst="rect">
            <a:avLst/>
          </a:prstGeom>
        </p:spPr>
        <p:txBody>
          <a:bodyPr vert="horz" wrap="square" lIns="0" tIns="781608" rIns="0" bIns="0" rtlCol="0">
            <a:spAutoFit/>
          </a:bodyPr>
          <a:lstStyle/>
          <a:p>
            <a:pPr marL="2246630" algn="ctr">
              <a:lnSpc>
                <a:spcPct val="100000"/>
              </a:lnSpc>
              <a:spcBef>
                <a:spcPts val="100"/>
              </a:spcBef>
            </a:pPr>
            <a:r>
              <a:rPr lang="en-US" sz="4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638477"/>
            <a:ext cx="13025628" cy="1743457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AF2E7D10-8AAF-5672-CFE5-0B83BF7780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624840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0A31B2-F752-36E5-D94F-495C60C8ECDB}"/>
              </a:ext>
            </a:extLst>
          </p:cNvPr>
          <p:cNvSpPr txBox="1"/>
          <p:nvPr/>
        </p:nvSpPr>
        <p:spPr>
          <a:xfrm>
            <a:off x="685800" y="3009900"/>
            <a:ext cx="16268700" cy="739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lvl="2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0" lvl="2" algn="just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analyzes e-commerce sales data using R Programming to uncover business insights through statistical analysis and visualization. The project focuses on identifying sales trends, product performance, customer purchasing behavior, and regional sales patterns to support data-driven decision-making.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</a:p>
          <a:p>
            <a:pPr marL="457200" lvl="2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Data Visualization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7460" y="2421589"/>
            <a:ext cx="6631740" cy="916635"/>
          </a:xfrm>
          <a:prstGeom prst="rect">
            <a:avLst/>
          </a:prstGeom>
        </p:spPr>
        <p:txBody>
          <a:bodyPr vert="horz" wrap="square" lIns="0" tIns="2372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Study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4812" y="516637"/>
            <a:ext cx="14629345" cy="1811214"/>
          </a:xfrm>
          <a:prstGeom prst="rect">
            <a:avLst/>
          </a:prstGeom>
        </p:spPr>
      </p:pic>
      <p:pic>
        <p:nvPicPr>
          <p:cNvPr id="6" name="Picture 2" descr="5,000+ Problem Statement Stock Photos, Pictures &amp; Royalty-Free Images -  iStock | Problem statement ic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7" t="-2043" r="16237" b="2043"/>
          <a:stretch/>
        </p:blipFill>
        <p:spPr bwMode="auto">
          <a:xfrm>
            <a:off x="14782800" y="4607775"/>
            <a:ext cx="2667000" cy="372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B1D3E52F-2FF7-257D-4321-04979B788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056812"/>
            <a:ext cx="15692520" cy="714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Superstore / E-Commerce Sales Dataset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Performed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Product-wise Sales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Analysis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Performance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 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Analysis 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Programming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RStudio </a:t>
            </a:r>
          </a:p>
          <a:p>
            <a:pPr>
              <a:lnSpc>
                <a:spcPct val="150000"/>
              </a:lnSpc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39000" y="2774492"/>
            <a:ext cx="15543529" cy="916635"/>
          </a:xfrm>
          <a:prstGeom prst="rect">
            <a:avLst/>
          </a:prstGeom>
        </p:spPr>
        <p:txBody>
          <a:bodyPr vert="horz" wrap="square" lIns="0" tIns="237210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4812" y="516637"/>
            <a:ext cx="14629345" cy="18112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71600" y="4762500"/>
            <a:ext cx="12801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kumimoji="0" lang="en-US" altLang="en-US" sz="36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Objectives | Sustainable Environment On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0603" y="47244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ED392A3-164E-52C8-2039-C242BEB8F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77" y="4076700"/>
            <a:ext cx="14065045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overall sales performance.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best-selling products.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category-wise sales.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regional performance.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 sales trends.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using statistical techniques.</a:t>
            </a:r>
          </a:p>
        </p:txBody>
      </p:sp>
    </p:spTree>
    <p:extLst>
      <p:ext uri="{BB962C8B-B14F-4D97-AF65-F5344CB8AC3E}">
        <p14:creationId xmlns:p14="http://schemas.microsoft.com/office/powerpoint/2010/main" val="189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2200" y="2972196"/>
            <a:ext cx="85725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tabLst>
                <a:tab pos="4599305" algn="l"/>
              </a:tabLst>
            </a:pPr>
            <a:r>
              <a:rPr lang="en-US" sz="4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 Breakdown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132C16-FE37-B35C-852B-2D5024350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01030"/>
              </p:ext>
            </p:extLst>
          </p:nvPr>
        </p:nvGraphicFramePr>
        <p:xfrm>
          <a:off x="1257300" y="4127818"/>
          <a:ext cx="15773400" cy="51304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1535540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164685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40209823"/>
                    </a:ext>
                  </a:extLst>
                </a:gridCol>
              </a:tblGrid>
              <a:tr h="686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749238"/>
                  </a:ext>
                </a:extLst>
              </a:tr>
              <a:tr h="125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&amp;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Import, clean, and transform sales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readr, dplyr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5153"/>
                  </a:ext>
                </a:extLst>
              </a:tr>
              <a:tr h="125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Exploratory 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 sales, profit, categories, regions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dplyr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13397"/>
                  </a:ext>
                </a:extLst>
              </a:tr>
              <a:tr h="686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charts and dashboards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ggplot2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066783"/>
                  </a:ext>
                </a:extLst>
              </a:tr>
              <a:tr h="1252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Insights &amp; Reporting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reports and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Markdown, </a:t>
                      </a:r>
                      <a:r>
                        <a:rPr lang="en-IN" sz="2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dplyr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295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59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164C-136E-2C41-F506-5AB3DFAF7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91B5DD-E91A-938A-DBA4-0A615D8964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8050" y="2815551"/>
            <a:ext cx="113919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  <a:tabLst>
                <a:tab pos="4599305" algn="l"/>
              </a:tabLst>
            </a:pP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8542484-583A-20FB-5405-FD10E23D51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66575"/>
            <a:ext cx="15006828" cy="1833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0FB077-0876-CA45-16D5-C374DC689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430415"/>
            <a:ext cx="7086600" cy="683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47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5EB70-A4F0-AE83-7E46-9EA705A30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F50DEA-B382-9061-0C87-3CA2E95993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8050" y="2815551"/>
            <a:ext cx="113919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spcBef>
                <a:spcPts val="100"/>
              </a:spcBef>
              <a:tabLst>
                <a:tab pos="4599305" algn="l"/>
              </a:tabLst>
            </a:pP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82FADE0-3B0C-B811-8806-18B2954AB4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91AC54-0DD2-494F-07B0-4E29CC887A26}"/>
              </a:ext>
            </a:extLst>
          </p:cNvPr>
          <p:cNvSpPr/>
          <p:nvPr/>
        </p:nvSpPr>
        <p:spPr>
          <a:xfrm>
            <a:off x="3962400" y="6362700"/>
            <a:ext cx="9144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65B2E3-9480-D966-E108-C6E6BA4E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596585"/>
              </p:ext>
            </p:extLst>
          </p:nvPr>
        </p:nvGraphicFramePr>
        <p:xfrm>
          <a:off x="1257300" y="3990658"/>
          <a:ext cx="15773400" cy="542004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2417406325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2490707467"/>
                    </a:ext>
                  </a:extLst>
                </a:gridCol>
              </a:tblGrid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84971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402075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RStudio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304751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dplyr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Manipulation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548562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ggplot2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62361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tidyverse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Wrangling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011447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Markdown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697737"/>
                  </a:ext>
                </a:extLst>
              </a:tr>
              <a:tr h="677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CSV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51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9035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7366-E8CE-1CB0-6D13-3EE022F4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E08A2F1-5F0F-0F5D-60A7-6810C24729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48050" y="2552700"/>
            <a:ext cx="11391900" cy="6222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  <a:tabLst>
                <a:tab pos="4599305" algn="l"/>
              </a:tabLst>
            </a:pP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733B31F-63D6-F649-C899-1720C7491E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4569DA0-2464-AF0A-CC23-E5A882553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471279"/>
              </p:ext>
            </p:extLst>
          </p:nvPr>
        </p:nvGraphicFramePr>
        <p:xfrm>
          <a:off x="1257300" y="3487738"/>
          <a:ext cx="15773400" cy="57912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1401142523"/>
                    </a:ext>
                  </a:extLst>
                </a:gridCol>
                <a:gridCol w="7886700">
                  <a:extLst>
                    <a:ext uri="{9D8B030D-6E8A-4147-A177-3AD203B41FA5}">
                      <a16:colId xmlns:a16="http://schemas.microsoft.com/office/drawing/2014/main" val="3630541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31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Order Identifier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368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Purchase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102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41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837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Sales 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26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 Earned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8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Units Sold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42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Sales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06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009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012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8764" y="2705496"/>
            <a:ext cx="85725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4599305" algn="l"/>
              </a:tabLst>
            </a:pPr>
            <a:r>
              <a:rPr lang="en-US" sz="4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Analysis</a:t>
            </a:r>
            <a:endParaRPr sz="4400" b="1" spc="-1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0EA5F0-F7DE-5FF8-B6FA-3BD37ACA3737}"/>
              </a:ext>
            </a:extLst>
          </p:cNvPr>
          <p:cNvSpPr txBox="1"/>
          <p:nvPr/>
        </p:nvSpPr>
        <p:spPr>
          <a:xfrm>
            <a:off x="838200" y="3357328"/>
            <a:ext cx="99060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Analysis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Analysis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Sales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Sales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Analysis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Products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Analysis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323EA-FEA3-FC1F-4722-C785C73E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35" y="2405225"/>
            <a:ext cx="15543529" cy="67710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Visualizations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333D5C0-825A-7B1E-C87F-1E3FFD0D0CF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C75CFB-536E-93C0-ABA4-6AF17ECFBEE0}"/>
              </a:ext>
            </a:extLst>
          </p:cNvPr>
          <p:cNvSpPr txBox="1"/>
          <p:nvPr/>
        </p:nvSpPr>
        <p:spPr>
          <a:xfrm>
            <a:off x="1752600" y="3435340"/>
            <a:ext cx="9144000" cy="497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(Category-wise Sales)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(Monthly Sales Trend)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 (Sales by Region)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(Sales Distribution)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 (Profit Distribution)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(Sales vs Profit) </a:t>
            </a:r>
          </a:p>
        </p:txBody>
      </p:sp>
    </p:spTree>
    <p:extLst>
      <p:ext uri="{BB962C8B-B14F-4D97-AF65-F5344CB8AC3E}">
        <p14:creationId xmlns:p14="http://schemas.microsoft.com/office/powerpoint/2010/main" val="128329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0F649-21B1-D2A3-631D-AE6CF72F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3F938-DE87-D2BA-092F-1D75D47A5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235" y="2405225"/>
            <a:ext cx="15543529" cy="67710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 / Timeline</a:t>
            </a:r>
            <a:endParaRPr lang="en-IN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D5AE9A2E-9F1B-4FC8-BE87-F2151F29ED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571500"/>
            <a:ext cx="15006828" cy="1833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FBA6C5-5D13-FDD3-9050-8C544532CEFD}"/>
              </a:ext>
            </a:extLst>
          </p:cNvPr>
          <p:cNvSpPr txBox="1"/>
          <p:nvPr/>
        </p:nvSpPr>
        <p:spPr>
          <a:xfrm>
            <a:off x="1066800" y="2400300"/>
            <a:ext cx="9144000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Preparation </a:t>
            </a:r>
          </a:p>
          <a:p>
            <a:pPr lvl="0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374447630"/>
      </p:ext>
    </p:extLst>
  </p:cSld>
  <p:clrMapOvr>
    <a:masterClrMapping/>
  </p:clrMapOvr>
  <p:transition spd="slow"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56182E-E84B-EB9F-070F-4299D737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E77E9E-6CE6-8305-E519-D42FD8FD55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19900" y="2061063"/>
            <a:ext cx="6286500" cy="1343585"/>
          </a:xfrm>
          <a:prstGeom prst="rect">
            <a:avLst/>
          </a:prstGeom>
        </p:spPr>
        <p:txBody>
          <a:bodyPr vert="horz" wrap="square" lIns="0" tIns="660031" rIns="0" bIns="0" rtlCol="0">
            <a:spAutoFit/>
          </a:bodyPr>
          <a:lstStyle/>
          <a:p>
            <a:pPr marL="409575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Anticipated Challenges</a:t>
            </a:r>
            <a:endParaRPr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9FD32F-63F3-4E83-6248-444F6D96BB63}"/>
              </a:ext>
            </a:extLst>
          </p:cNvPr>
          <p:cNvSpPr txBox="1"/>
          <p:nvPr/>
        </p:nvSpPr>
        <p:spPr>
          <a:xfrm>
            <a:off x="811212" y="4168140"/>
            <a:ext cx="15216505" cy="1623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marR="328295">
              <a:lnSpc>
                <a:spcPct val="100000"/>
              </a:lnSpc>
              <a:spcBef>
                <a:spcPts val="100"/>
              </a:spcBef>
              <a:tabLst>
                <a:tab pos="724535" algn="l"/>
              </a:tabLst>
            </a:pPr>
            <a:endParaRPr sz="3300" dirty="0">
              <a:latin typeface="Arial"/>
              <a:cs typeface="Arial"/>
            </a:endParaRPr>
          </a:p>
          <a:p>
            <a:pPr marL="970915">
              <a:lnSpc>
                <a:spcPct val="100000"/>
              </a:lnSpc>
              <a:spcBef>
                <a:spcPts val="1360"/>
              </a:spcBef>
            </a:pPr>
            <a:endParaRPr lang="en-US" sz="6000" b="1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3F31B42-3F64-7A99-C895-3DCB309F64D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647700"/>
            <a:ext cx="15235428" cy="1958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35B3FE-BA43-5E77-926C-92B978C84E9D}"/>
              </a:ext>
            </a:extLst>
          </p:cNvPr>
          <p:cNvSpPr txBox="1"/>
          <p:nvPr/>
        </p:nvSpPr>
        <p:spPr>
          <a:xfrm>
            <a:off x="8686800" y="46863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BAC754-DA11-927C-0FF1-10A79741FBD8}"/>
              </a:ext>
            </a:extLst>
          </p:cNvPr>
          <p:cNvSpPr txBox="1"/>
          <p:nvPr/>
        </p:nvSpPr>
        <p:spPr>
          <a:xfrm>
            <a:off x="914400" y="3109972"/>
            <a:ext cx="124968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or inconsistent data.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and preprocessing.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large datasets effectively.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optimized charts with ggplot2.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3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meaningful business insights.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statistical summaries and comparative analysis.</a:t>
            </a:r>
          </a:p>
        </p:txBody>
      </p:sp>
    </p:spTree>
    <p:extLst>
      <p:ext uri="{BB962C8B-B14F-4D97-AF65-F5344CB8AC3E}">
        <p14:creationId xmlns:p14="http://schemas.microsoft.com/office/powerpoint/2010/main" val="3549659864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90B79A-3581-2280-1910-827D0D0E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23F0F9-CD24-CEA4-C91D-795A02A26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00600" y="4457700"/>
            <a:ext cx="15543529" cy="1455987"/>
          </a:xfrm>
          <a:prstGeom prst="rect">
            <a:avLst/>
          </a:prstGeom>
        </p:spPr>
        <p:txBody>
          <a:bodyPr vert="horz" wrap="square" lIns="0" tIns="618946" rIns="0" bIns="0" rtlCol="0">
            <a:spAutoFit/>
          </a:bodyPr>
          <a:lstStyle/>
          <a:p>
            <a:pPr marL="2045335">
              <a:lnSpc>
                <a:spcPct val="100000"/>
              </a:lnSpc>
              <a:spcBef>
                <a:spcPts val="100"/>
              </a:spcBef>
            </a:pPr>
            <a:r>
              <a:rPr lang="en-US" sz="5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7EAF32E-09D0-ABE5-07CF-415AF5F591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571500"/>
            <a:ext cx="14702028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63693"/>
      </p:ext>
    </p:extLst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2971</TotalTime>
  <Words>436</Words>
  <Application>Microsoft Office PowerPoint</Application>
  <PresentationFormat>Custom</PresentationFormat>
  <Paragraphs>143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Calibri</vt:lpstr>
      <vt:lpstr>Calibri Light</vt:lpstr>
      <vt:lpstr>Times New Roman</vt:lpstr>
      <vt:lpstr>Wingdings</vt:lpstr>
      <vt:lpstr>Office Theme</vt:lpstr>
      <vt:lpstr>ITA0404  – STATISTICS WITH R PROGRAMMING</vt:lpstr>
      <vt:lpstr>Project Overview</vt:lpstr>
      <vt:lpstr>Reference Study</vt:lpstr>
      <vt:lpstr>OBJECTIVES</vt:lpstr>
      <vt:lpstr>Proposed Module Breakdown</vt:lpstr>
      <vt:lpstr>Flow Chart</vt:lpstr>
      <vt:lpstr>Technology Stack</vt:lpstr>
      <vt:lpstr>Dataset Structure</vt:lpstr>
      <vt:lpstr>Proposed Analysis</vt:lpstr>
      <vt:lpstr>Expected Visualizations</vt:lpstr>
      <vt:lpstr>Work Plan / Timeline</vt:lpstr>
      <vt:lpstr>Anticipated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CSA0511 –Database Management System For Scientific Data Management</dc:title>
  <dc:creator>Harine</dc:creator>
  <dc:description/>
  <cp:lastModifiedBy>THIRULOGASUNDAR YUVARAJ</cp:lastModifiedBy>
  <cp:revision>120</cp:revision>
  <dcterms:created xsi:type="dcterms:W3CDTF">2025-08-08T01:22:11Z</dcterms:created>
  <dcterms:modified xsi:type="dcterms:W3CDTF">2026-08-06T15:36:59Z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2025-07-05T00:00:00Z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2025-08-08T00:00:00Z</vt:filetime>
  </property>
  <property fmtid="{D5CDD505-2E9C-101B-9397-08002B2CF9AE}" pid="5" name="Producer">
    <vt:lpwstr>macOS Version 15.5 (Build 24F74) Quartz PDFContext</vt:lpwstr>
  </property>
  <property fmtid="{D5CDD505-2E9C-101B-9397-08002B2CF9AE}" pid="6" name="SourceModified">
    <vt:lpwstr>D:20250705144751+00'00'</vt:lpwstr>
  </property>
</Properties>
</file>